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69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4660"/>
  </p:normalViewPr>
  <p:slideViewPr>
    <p:cSldViewPr snapToGrid="0">
      <p:cViewPr varScale="1">
        <p:scale>
          <a:sx n="74" d="100"/>
          <a:sy n="74" d="100"/>
        </p:scale>
        <p:origin x="55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63505-EBEE-4049-94B7-4D7C600B0E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4AC838-E068-4593-9ED8-295D2E8654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79F89-432A-4135-AFF3-03E1D71FF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D8A9-3F78-4886-8507-1DBB9AECD9F3}" type="datetimeFigureOut">
              <a:rPr lang="en-IN" smtClean="0"/>
              <a:t>24-05-2021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56BDE-82B0-4BBB-ABA9-FD3485CDB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D09B8-BAEA-42F5-9595-965DD7A85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3B7-6D9D-42EA-B3DD-0A5163C5E2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401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5B874-B6D9-4096-9001-DDBC8AE29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42912-EA5F-47D6-8E2C-DF5E9DB5B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9F5FA-EC7D-4D9F-B99B-4BD728B9A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D8A9-3F78-4886-8507-1DBB9AECD9F3}" type="datetimeFigureOut">
              <a:rPr lang="en-IN" smtClean="0"/>
              <a:t>24-05-2021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5C291-8144-4E1B-B16F-B8345178E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49438-7C2A-4F0B-B643-D93B60CB6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3B7-6D9D-42EA-B3DD-0A5163C5E2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345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CB5FE-286E-4C72-8C3B-1DB242646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A9F82-6F6D-4F92-9D0B-2913008F9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C1040-3984-41BE-9FDF-A933EC186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D8A9-3F78-4886-8507-1DBB9AECD9F3}" type="datetimeFigureOut">
              <a:rPr lang="en-IN" smtClean="0"/>
              <a:t>24-05-2021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514CC-D723-40A7-A426-F8859D678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F5765-7BAA-49AE-BBEF-C6AA53D70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3B7-6D9D-42EA-B3DD-0A5163C5E2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129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3498-E502-4861-BA1B-464687946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5F9A6-E67D-4536-8DAB-210760BC0F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6FE923-81B7-4D0D-AA84-723556061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D715D-4DC7-459E-89D5-3F8BAAE48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D8A9-3F78-4886-8507-1DBB9AECD9F3}" type="datetimeFigureOut">
              <a:rPr lang="en-IN" smtClean="0"/>
              <a:t>24-05-2021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4647A-3014-4C84-A6AB-77F83CB28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06F8C8-EAC4-48D4-9212-EBB83B078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3B7-6D9D-42EA-B3DD-0A5163C5E2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924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A1098-649F-4B99-A665-7D0A752B1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D21C9-6377-4777-9917-EBA35EDFE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325F8-7D7C-4F8C-A7BC-33B83E601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6C8C6D-39AC-43C4-8E90-93F0A26C33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1F6744-7EE2-43A9-B6EE-2A2F1DF0C8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E92CEB-EA46-4E79-A766-25172A85B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D8A9-3F78-4886-8507-1DBB9AECD9F3}" type="datetimeFigureOut">
              <a:rPr lang="en-IN" smtClean="0"/>
              <a:t>24-05-2021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651750-EB10-4080-B4F9-BD51B599D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1BEFA7-36EE-4E7F-BC22-A51DD7B42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3B7-6D9D-42EA-B3DD-0A5163C5E2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503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19BC1-12CE-48B4-B021-CD2586CBD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BEF887-C633-40B9-A604-71DE9793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D8A9-3F78-4886-8507-1DBB9AECD9F3}" type="datetimeFigureOut">
              <a:rPr lang="en-IN" smtClean="0"/>
              <a:t>24-05-2021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BB4E6B-02F4-42A8-BD7E-D8F96685C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3B76A-1D7A-4B0C-96AA-CECD88A30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3B7-6D9D-42EA-B3DD-0A5163C5E2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583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6AF258-6DFA-47F5-B8B4-37E64B331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D8A9-3F78-4886-8507-1DBB9AECD9F3}" type="datetimeFigureOut">
              <a:rPr lang="en-IN" smtClean="0"/>
              <a:t>24-05-2021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0B74FF-0972-4286-AE5A-C920BE934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34203-99AF-49E3-8A9F-635C0E839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3B7-6D9D-42EA-B3DD-0A5163C5E2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515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ED921-7BA9-400D-948A-8492CDAFD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3DA5A-9D26-45ED-B527-8B4B02863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561132-D01D-42C0-B231-7A5621814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5669EC-E0D7-4390-A751-EEFA40C42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D8A9-3F78-4886-8507-1DBB9AECD9F3}" type="datetimeFigureOut">
              <a:rPr lang="en-IN" smtClean="0"/>
              <a:t>24-05-2021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277096-072E-471B-951C-3E9129144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F967E-9C87-4F32-AA6E-83DBB2A1A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3B7-6D9D-42EA-B3DD-0A5163C5E2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878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A40E2-7DD2-4485-9ED7-27EC00683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03DFE4-BDD5-4A25-B3FD-51E4EA4955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952AAE-14A5-46F8-9698-E27466B684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63255-C325-45B3-B1FC-C98F9E64B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D8A9-3F78-4886-8507-1DBB9AECD9F3}" type="datetimeFigureOut">
              <a:rPr lang="en-IN" smtClean="0"/>
              <a:t>24-05-2021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403DF-D978-4E31-AA73-569899733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CB328-E1C3-4359-9A3D-236370925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3B7-6D9D-42EA-B3DD-0A5163C5E2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028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4579B-5926-461F-A159-6E226B520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3A9726-F867-49C0-B026-6FF7D0A13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D7D49-DF66-4004-BCAA-7DED278EC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D8A9-3F78-4886-8507-1DBB9AECD9F3}" type="datetimeFigureOut">
              <a:rPr lang="en-IN" smtClean="0"/>
              <a:t>24-05-2021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A7ECC-EB9B-42D0-A6A1-78927C17E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92D67-0DCA-4A7D-80DF-B26E661D8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3B7-6D9D-42EA-B3DD-0A5163C5E2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903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88A99B-DD72-49EC-BCBD-FC9D0396C3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C21E89-266F-4648-8841-7A53AF4BE1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B8DD2-819F-4CA7-9239-BE1ECC868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D8A9-3F78-4886-8507-1DBB9AECD9F3}" type="datetimeFigureOut">
              <a:rPr lang="en-IN" smtClean="0"/>
              <a:t>24-05-2021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733F1-09DB-4419-8612-944002A39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A2BFD-BEF3-4BFD-9352-9A8F2B0D7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3B7-6D9D-42EA-B3DD-0A5163C5E2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91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30E7E7-4B8F-482C-AA1A-5C5286E9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7E9B9-A361-423C-9659-87B2EA86A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E7F92-7722-4254-8DFF-AC97015FFD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BD8A9-3F78-4886-8507-1DBB9AECD9F3}" type="datetimeFigureOut">
              <a:rPr lang="en-IN" smtClean="0"/>
              <a:t>24-05-2021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3CBD0-9D39-47A4-878E-E20C73552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961EA-B6D1-4FF8-8D0B-931E53F4CC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103B7-6D9D-42EA-B3DD-0A5163C5E2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82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m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3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4.wd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5.wdp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6.wdp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7.wdp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8.wdp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9.wdp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microsoft.com/office/2007/relationships/hdphoto" Target="../media/hdphoto1.wdp"/><Relationship Id="rId7" Type="http://schemas.microsoft.com/office/2007/relationships/hdphoto" Target="../media/hdphoto1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microsoft.com/office/2007/relationships/hdphoto" Target="../media/hdphoto10.wdp"/><Relationship Id="rId4" Type="http://schemas.openxmlformats.org/officeDocument/2006/relationships/image" Target="../media/image11.png"/><Relationship Id="rId9" Type="http://schemas.microsoft.com/office/2007/relationships/hdphoto" Target="../media/hdphoto12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microsoft.com/office/2007/relationships/hdphoto" Target="../media/hdphoto1.wdp"/><Relationship Id="rId7" Type="http://schemas.microsoft.com/office/2007/relationships/hdphoto" Target="../media/hdphoto14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microsoft.com/office/2007/relationships/hdphoto" Target="../media/hdphoto13.wdp"/><Relationship Id="rId4" Type="http://schemas.openxmlformats.org/officeDocument/2006/relationships/image" Target="../media/image14.png"/><Relationship Id="rId9" Type="http://schemas.microsoft.com/office/2007/relationships/hdphoto" Target="../media/hdphoto15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microsoft.com/office/2007/relationships/hdphoto" Target="../media/hdphoto1.wdp"/><Relationship Id="rId7" Type="http://schemas.microsoft.com/office/2007/relationships/hdphoto" Target="../media/hdphoto17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microsoft.com/office/2007/relationships/hdphoto" Target="../media/hdphoto16.wdp"/><Relationship Id="rId4" Type="http://schemas.openxmlformats.org/officeDocument/2006/relationships/image" Target="../media/image17.png"/><Relationship Id="rId9" Type="http://schemas.microsoft.com/office/2007/relationships/hdphoto" Target="../media/hdphoto18.wdp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20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microsoft.com/office/2007/relationships/hdphoto" Target="../media/hdphoto19.wdp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1.wdp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7ED52E-DE07-4C2D-879D-A110C4F2C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828" y="0"/>
            <a:ext cx="1656559" cy="7687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9D00C6-DA82-44CE-AF59-13CB476168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571" y="171874"/>
            <a:ext cx="5792008" cy="641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84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7ED52E-DE07-4C2D-879D-A110C4F2C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828" y="0"/>
            <a:ext cx="1656559" cy="7687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E7A545-B0EC-4723-9BF6-B35F28FC33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041" y="374839"/>
            <a:ext cx="5678894" cy="563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605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7ED52E-DE07-4C2D-879D-A110C4F2C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828" y="0"/>
            <a:ext cx="1656559" cy="7687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5C05AA-0FB6-4F80-BA9A-72AAD81E20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2109" y="140767"/>
            <a:ext cx="4112641" cy="649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735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7ED52E-DE07-4C2D-879D-A110C4F2C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828" y="0"/>
            <a:ext cx="1656559" cy="7687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A2F275-587D-473F-B334-E1FC745848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847" y="376065"/>
            <a:ext cx="6024153" cy="543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599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7ED52E-DE07-4C2D-879D-A110C4F2C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828" y="0"/>
            <a:ext cx="1656559" cy="7687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D06A48-5683-4DD5-A652-9B0026E829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986" y="146098"/>
            <a:ext cx="3240578" cy="648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633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7ED52E-DE07-4C2D-879D-A110C4F2C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828" y="0"/>
            <a:ext cx="1656559" cy="7687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FF297F-6069-4C91-A650-0BF5714159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347" y="244329"/>
            <a:ext cx="4370035" cy="641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473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7ED52E-DE07-4C2D-879D-A110C4F2C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828" y="0"/>
            <a:ext cx="1656559" cy="7687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80AC14A-C7D9-4EC0-A94B-BF8B388B5C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164" y="571556"/>
            <a:ext cx="5315562" cy="550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604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7ED52E-DE07-4C2D-879D-A110C4F2C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828" y="0"/>
            <a:ext cx="1656559" cy="7687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DBB77C-34B0-4736-BCCE-880C802239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015" y="90350"/>
            <a:ext cx="3214821" cy="652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547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7ED52E-DE07-4C2D-879D-A110C4F2C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828" y="0"/>
            <a:ext cx="1656559" cy="7687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65EDA1-18A6-4679-A214-02CFDBA928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506" y="180320"/>
            <a:ext cx="3250635" cy="643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841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7ED52E-DE07-4C2D-879D-A110C4F2C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828" y="0"/>
            <a:ext cx="1656559" cy="7687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E7F1C8-25AC-4B8C-8AEB-B2B402D342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3283" y="326456"/>
            <a:ext cx="4410159" cy="17341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CDCDE1-6C65-4B28-AC38-C55EF03954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5687" y="2382844"/>
            <a:ext cx="4340578" cy="18517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E271A3-1FBB-438F-B987-9899B57AAD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561" y="4619004"/>
            <a:ext cx="4280947" cy="18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875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7ED52E-DE07-4C2D-879D-A110C4F2C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828" y="0"/>
            <a:ext cx="1656559" cy="7687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10F1A2-91B5-4134-9F0E-57E9E8431A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4" y="212580"/>
            <a:ext cx="3123257" cy="61367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C67376-5FAA-4881-A1B1-27617F8330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5017" y="278752"/>
            <a:ext cx="3031693" cy="60962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C27520-B136-4EDA-B511-C73ABE79D2A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213" y="286354"/>
            <a:ext cx="3319793" cy="610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968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7ED52E-DE07-4C2D-879D-A110C4F2C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828" y="0"/>
            <a:ext cx="1656559" cy="7687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CB7F85-41F1-49DC-A636-940A0B7C46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02" y="199371"/>
            <a:ext cx="3250636" cy="63907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AAA5E9-4EA8-49A2-A13F-8AF1CE270D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4220" y="237661"/>
            <a:ext cx="3115672" cy="64139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B6769F-C173-473A-A250-F37B59E521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105" y="271515"/>
            <a:ext cx="3588753" cy="632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992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7ED52E-DE07-4C2D-879D-A110C4F2C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828" y="0"/>
            <a:ext cx="1656559" cy="7687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2572687-0CCD-4E04-A834-43D9A8C652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784" y="202908"/>
            <a:ext cx="3152368" cy="64863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780905-B3C5-4CB2-8A67-D671E0DA5F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063" y="222289"/>
            <a:ext cx="3746207" cy="642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282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7ED52E-DE07-4C2D-879D-A110C4F2C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828" y="0"/>
            <a:ext cx="1656559" cy="7687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71B6EC-CA7F-4F3E-9E5D-C286E02BE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055" y="167421"/>
            <a:ext cx="3761027" cy="653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570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7ED52E-DE07-4C2D-879D-A110C4F2C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828" y="0"/>
            <a:ext cx="1656559" cy="76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890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7ED52E-DE07-4C2D-879D-A110C4F2C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828" y="0"/>
            <a:ext cx="1656559" cy="76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475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4</cp:revision>
  <dcterms:created xsi:type="dcterms:W3CDTF">2021-05-24T15:18:48Z</dcterms:created>
  <dcterms:modified xsi:type="dcterms:W3CDTF">2021-05-24T15:46:57Z</dcterms:modified>
</cp:coreProperties>
</file>